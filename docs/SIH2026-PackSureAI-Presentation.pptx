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0"/>
              <a:t>Problem Statement ID: SIH26034</a:t>
            </a:r>
          </a:p>
          <a:p>
            <a:r>
              <a:rPr sz="1600" b="0"/>
              <a:t>Problem Statement Title: Software System to check compliance of Packaged Commodities under Legal Metrology Rules, 2011 by scanning products, images and labels.</a:t>
            </a:r>
          </a:p>
          <a:p>
            <a:r>
              <a:rPr sz="1600" b="0"/>
              <a:t>Theme: Miscellaneous</a:t>
            </a:r>
          </a:p>
          <a:p>
            <a:r>
              <a:rPr sz="1600" b="0"/>
              <a:t>Team Name: Team Pruthviraj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800" b="1"/>
              <a:t>PackSure AI: AI-Powered Legal Metrology Compliance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sz="1600" b="0"/>
              <a:t>Proposed Solution:</a:t>
            </a:r>
          </a:p>
          <a:p>
            <a:r>
              <a:rPr sz="1600" b="0"/>
              <a:t>• Automated OCR Extraction: Uses Tesseract.js / computer vision to instantly extract critical fields (MRP, Net Quantity, Manufacturer details) from product labels via a web interface.</a:t>
            </a:r>
          </a:p>
          <a:p>
            <a:r>
              <a:rPr sz="1600" b="0"/>
              <a:t>• Explainable Rule Engine: Evaluates extracted data against versioned Legal Metrology (Packaged Commodities) Rules, 2011 to determine compliance.</a:t>
            </a:r>
          </a:p>
          <a:p>
            <a:r>
              <a:rPr sz="1600" b="0"/>
              <a:t>• Human-in-the-Loop Workflow: Flags low-confidence extractions for manual inspector verification, creating a reliable audit trail.</a:t>
            </a:r>
          </a:p>
          <a:p>
            <a:r>
              <a:rPr sz="1600" b="0"/>
              <a:t>• Instant PDF Reports: Generates audit-ready compliance reports for government officials and manufacturers.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b="0"/>
              <a:t>Team Pruthviraj (PackSure)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sz="1600" b="0"/>
              <a:t>Technologies to be used:</a:t>
            </a:r>
          </a:p>
          <a:p>
            <a:r>
              <a:rPr sz="1600" b="0"/>
              <a:t>• Frontend: Next.js (App Router), React, Tailwind CSS, shadcn/ui for a modern, responsive GovTech interface.</a:t>
            </a:r>
          </a:p>
          <a:p>
            <a:r>
              <a:rPr sz="1600" b="0"/>
              <a:t>• Backend &amp; Database: Next.js API Routes, Prisma ORM, SQLite/PostgreSQL for secure, scalable data storage of inspection logs and rules.</a:t>
            </a:r>
          </a:p>
          <a:p>
            <a:r>
              <a:rPr sz="1600" b="0"/>
              <a:t>• AI/Computer Vision: Tesseract.js for client-side/server-side Optical Character Recognition (OCR) to extract text from package images.</a:t>
            </a:r>
          </a:p>
          <a:p>
            <a:r>
              <a:rPr sz="1600" b="0"/>
              <a:t>• Architecture: Serverless-ready architecture deployed on Vercel, ensuring high availability and zero-maintenance scaling.</a:t>
            </a:r>
          </a:p>
          <a:p>
            <a:r>
              <a:rPr sz="1600" b="0"/>
              <a:t>• Data Pipeline: Image Upload -&gt; OCR Processing -&gt; Rule Engine Evaluation -&gt; Human Verification -&gt; PDF Report Generation.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b="0"/>
              <a:t>Team Pruthviraj (PackSure)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sz="1600" b="0"/>
              <a:t>Analysis of Feasibility:</a:t>
            </a:r>
          </a:p>
          <a:p>
            <a:r>
              <a:rPr sz="1600" b="0"/>
              <a:t>• Technical Feasibility: The tech stack (Next.js, Prisma, Tesseract) is highly mature. OCR accuracy is sufficiently high for printed labels, and the human-in-the-loop fallback guarantees 100% operational reliability.</a:t>
            </a:r>
          </a:p>
          <a:p>
            <a:r>
              <a:rPr sz="1600" b="0"/>
              <a:t>• Operational Viability: System can be easily adopted by Legal Metrology inspectors through a web portal or tablet, requiring zero specialized hardware (just a camera).</a:t>
            </a:r>
          </a:p>
          <a:p>
            <a:r>
              <a:rPr sz="1600" b="0"/>
              <a:t>• Financial Viability: Uses open-source AI (Tesseract) instead of expensive LLM APIs, making the operational cost nearly zero for the government. Cloud hosting costs are minimal due to serverless architecture.</a:t>
            </a:r>
          </a:p>
          <a:p>
            <a:r>
              <a:rPr sz="1600" b="0"/>
              <a:t>• Scalability: Can be scaled nationally. The rule engine is configurable, allowing easy updates if Legal Metrology rules change in the future without altering core code.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b="0"/>
              <a:t>Team Pruthviraj (PackSure)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sz="1600" b="0"/>
              <a:t>Potential Impact &amp; Benefits:</a:t>
            </a:r>
          </a:p>
          <a:p>
            <a:r>
              <a:rPr sz="1600" b="0"/>
              <a:t>• For the Government / Inspectors: Drastically reduces manual inspection time. Increases the number of products screened daily by 10x. Standardizes compliance checks across the country.</a:t>
            </a:r>
          </a:p>
          <a:p>
            <a:r>
              <a:rPr sz="1600" b="0"/>
              <a:t>• For Consumers: Ensures products on shelves actually comply with MRP, expiry, and quantity declarations, protecting consumer rights.</a:t>
            </a:r>
          </a:p>
          <a:p>
            <a:r>
              <a:rPr sz="1600" b="0"/>
              <a:t>• For Manufacturers: Provides a clear, transparent tool to pre-verify their own packaging before market release, reducing unintentional violations and legal penalties.</a:t>
            </a:r>
          </a:p>
          <a:p>
            <a:r>
              <a:rPr sz="1600" b="0"/>
              <a:t>• Transparency: Immutable audit trails ensure accountability in the inspection process. Eliminates subjectivity in compliance evaluation.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b="0"/>
              <a:t>Team Pruthviraj (PackSure)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sz="1600" b="0"/>
              <a:t>Details &amp; References:</a:t>
            </a:r>
          </a:p>
          <a:p>
            <a:r>
              <a:rPr sz="1600" b="0"/>
              <a:t>• Legal Framework: Built strictly adhering to the "Legal Metrology (Packaged Commodities) Rules, 2011" published by the Ministry of Consumer Affairs.</a:t>
            </a:r>
          </a:p>
          <a:p>
            <a:r>
              <a:rPr sz="1600" b="0"/>
              <a:t>• Technical Research: Evaluated multiple OCR engines. Tesseract provides the best cost-to-accuracy ratio for offline/edge processing.</a:t>
            </a:r>
          </a:p>
          <a:p>
            <a:r>
              <a:rPr sz="1600" b="0"/>
              <a:t>• UI/UX Research: Designed following modern GovTech usability principles (high contrast, clear typography, accessible workflows) to ensure high adoption rates among field inspectors.</a:t>
            </a:r>
          </a:p>
          <a:p>
            <a:r>
              <a:rPr sz="1600" b="0"/>
              <a:t>• Reference Links: </a:t>
            </a:r>
          </a:p>
          <a:p>
            <a:r>
              <a:rPr sz="1600" b="0"/>
              <a:t>  - https://consumeraffairs.nic.in/en/acts-and-rules/legal-metrology</a:t>
            </a:r>
          </a:p>
          <a:p>
            <a:r>
              <a:rPr sz="1600" b="0"/>
              <a:t>  - Next.js Documentation &amp; Tesseract.js integration guides.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b="0"/>
              <a:t>Team Pruthviraj (PackSure)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0"/>
              <a:t>End of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pruthviraj tarode</cp:lastModifiedBy>
  <cp:revision>148</cp:revision>
  <dcterms:created xsi:type="dcterms:W3CDTF">2013-12-12T18:46:50Z</dcterms:created>
  <dcterms:modified xsi:type="dcterms:W3CDTF">2026-09-08T09:55:05Z</dcterms:modified>
  <cp:category/>
</cp:coreProperties>
</file>